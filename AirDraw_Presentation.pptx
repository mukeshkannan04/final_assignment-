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978A-7E3C-E2BA-6711-6DDA6C2AC0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AirDraw: Digit Recognition from Smartphone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Sensors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AF388-81D0-AB75-D16D-3D62167939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MUKESH KANNAN 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9459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386F-2D78-83C4-F79F-7798AE28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A9F7D5-E5A1-E3A1-D0C7-400ECE782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1867080"/>
            <a:ext cx="982243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input methods (keyboards, touchscreens) are not always feasible, especially in: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AR/VR environments (no physical keyboard).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Sterile medical settings (touchless required).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scenarios for motor-impaired users.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system that allows users to write naturally in "mid-air" without extra hardware—just the smartphone they already own.</a:t>
            </a:r>
          </a:p>
        </p:txBody>
      </p:sp>
    </p:spTree>
    <p:extLst>
      <p:ext uri="{BB962C8B-B14F-4D97-AF65-F5344CB8AC3E}">
        <p14:creationId xmlns:p14="http://schemas.microsoft.com/office/powerpoint/2010/main" val="2178633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9DFB-1762-7A08-42B6-3903BA91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B09719-9D7D-171C-FB27-527EC1F2D5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1867080"/>
            <a:ext cx="1033414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Deep Learning model to recognize digits (0–9) drawn in the air using smartphone motion sensors.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Accelerometer (Motion) &amp; Gyroscope (Rotation).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PyTorch (Deep Learning).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CNN + LSTM (Hybrid Neural Network).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74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AFCD-130D-B171-2275-3B55F1C5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811548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22578B-B62A-C959-F398-5FF62F9771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69" y="1336166"/>
            <a:ext cx="9734375" cy="4965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draws a digit in the air.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Capture: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Smartphone records Axis ($x, y, z$) data at 50Hz.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Merging sensors, Noise removal, Normalization.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1D CNN extracts features → LSTM analyzes sequence.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Predicted Digit (0-9) with Confidence Score.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Suggestion: Phone -&gt; CSV -&gt; Python Script -&gt; AI Brain -&gt; Result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7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017A-B351-400A-E6E9-BCD0D67C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A6EB0-1488-9095-B5C1-E253454B8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451" y="1477941"/>
            <a:ext cx="10059279" cy="49467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"Sensor Logger" Android App.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Accelerometer + Gyroscope (6 channels total).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50Hz (50 readings per second).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"Static-Draw-Static" method to isolate the gesture.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Classes (Digits 0-9).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~100 Total Samples collected manually.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55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7C52-2F48-D94D-5958-A97B948F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52E8FD-6F03-805C-15B4-E61F83F97D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1" y="1867080"/>
            <a:ext cx="10678272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Raw sensor data is noisy and has different lengths.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Aligned Accelerometer and Gyroscope timestamps.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all sequences to </a:t>
            </a: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200time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(padded with zeros).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Scaled data using StandardScaler to help the neural network learn faster.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29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B31E-4C01-6083-27D0-DDE38C7F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(The "Brain")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E4937F-A88E-D775-A03D-59BAECF0A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1947" y="2442438"/>
            <a:ext cx="10676543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1D CNN (Convolutional Neural Network):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Excellent at detecting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a sharp curve or a straight line) in the sensor noise.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Excellent at understanding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time-series sequences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recognizing that "down" followed by "right" is an 'L').</a:t>
            </a:r>
          </a:p>
        </p:txBody>
      </p:sp>
    </p:spTree>
    <p:extLst>
      <p:ext uri="{BB962C8B-B14F-4D97-AF65-F5344CB8AC3E}">
        <p14:creationId xmlns:p14="http://schemas.microsoft.com/office/powerpoint/2010/main" val="4080526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0B0C-291E-5459-6ABC-74B2E7AF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0006D-2131-68E2-1CBE-F5EEB17D9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1444" y="2002559"/>
            <a:ext cx="1049999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on unseen Test Set.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Achievement: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Model Accuracy: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~70%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(on prototype dataset).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Inference Confidence: Consistently high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&gt;75%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for distinct digits like 0, 6, and 9.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D8A70-D243-2540-64A3-6A5193E65A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35" t="60154" r="21935"/>
          <a:stretch>
            <a:fillRect/>
          </a:stretch>
        </p:blipFill>
        <p:spPr>
          <a:xfrm>
            <a:off x="1582994" y="4306529"/>
            <a:ext cx="9150551" cy="159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378C-1930-F91A-D57C-3ABD057E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D5A4C9-F516-336E-3481-2BB1FB7030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1161" y="2129501"/>
            <a:ext cx="10009678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AirDraw successfully demonstrates that smartphone IMU sensors are precise enough for handwriting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bridges the gap between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Signal Processing and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182004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2D90-D832-A43C-2A0F-7802577B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F1FDE-A00B-CE68-B03C-68C8308D0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91601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26</TotalTime>
  <Words>469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Times New Roman</vt:lpstr>
      <vt:lpstr>Gallery</vt:lpstr>
      <vt:lpstr>AirDraw: Digit Recognition from Smartphone Motion Sensors</vt:lpstr>
      <vt:lpstr>Problem Statement</vt:lpstr>
      <vt:lpstr>Project Objective</vt:lpstr>
      <vt:lpstr>System Architecture </vt:lpstr>
      <vt:lpstr>Data Collection</vt:lpstr>
      <vt:lpstr>Data Preprocessing</vt:lpstr>
      <vt:lpstr>Model Architecture (The "Brain")</vt:lpstr>
      <vt:lpstr>Results &amp; Evaluation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S.MUKESH KANNAN</dc:creator>
  <cp:lastModifiedBy>S.MUKESH KANNAN</cp:lastModifiedBy>
  <cp:revision>1</cp:revision>
  <dcterms:created xsi:type="dcterms:W3CDTF">2026-02-22T14:22:45Z</dcterms:created>
  <dcterms:modified xsi:type="dcterms:W3CDTF">2026-02-22T14:49:08Z</dcterms:modified>
</cp:coreProperties>
</file>